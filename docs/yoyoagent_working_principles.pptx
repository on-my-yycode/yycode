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YoyoAgent 工作原理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56231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94A3B8"/>
                </a:solidFill>
              </a:defRPr>
            </a:pPr>
            <a:r>
              <a:t>基于 LangGraph 的智能编程助手：Session · Tools · TUI · Skills ·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2542032"/>
            <a:ext cx="1234440" cy="34747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615184"/>
            <a:ext cx="1234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LangGraph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50008" y="2542032"/>
            <a:ext cx="1234440" cy="34747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2615184"/>
            <a:ext cx="1234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Textual TUI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50208" y="2542032"/>
            <a:ext cx="1417320" cy="347472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0208" y="2615184"/>
            <a:ext cx="1417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Tool 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50408" y="2542032"/>
            <a:ext cx="1188720" cy="34747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2615184"/>
            <a:ext cx="1188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Subagents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2542032"/>
            <a:ext cx="1417320" cy="347472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8" y="2615184"/>
            <a:ext cx="1417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Task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46120"/>
            <a:ext cx="3291840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92424"/>
            <a:ext cx="29626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一句话概括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13048"/>
            <a:ext cx="2889504" cy="104241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把用户目标转成可验证的代码任务闭环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通过工具安全读写 workspace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用 Task State 与摘要记忆维持长任务连续性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246120"/>
            <a:ext cx="3291840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3392424"/>
            <a:ext cx="29626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核心闭环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813048"/>
            <a:ext cx="2889504" cy="104241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理解代码 → 计划任务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执行工具 → 审批/验证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迭代修复 → 总结结果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6992" y="3246120"/>
            <a:ext cx="3291840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3" y="3392424"/>
            <a:ext cx="296265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ACC15"/>
                </a:solidFill>
              </a:defRPr>
            </a:pPr>
            <a:r>
              <a:t>当前重点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813048"/>
            <a:ext cx="2889504" cy="104241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本地 tools 与 skills 扩展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结构化 TUI 时间线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session/context/evals 能力基线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</a:defRPr>
            </a:pPr>
            <a:r>
              <a:t>yoyoagent · 工作原理介绍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整体架构：薄编排层 + Runtime 服务层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</a:defRPr>
            </a:pPr>
            <a:r>
              <a:t>graph.py 负责组装，nodes/runtime 分担执行细节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417320" cy="868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965960"/>
            <a:ext cx="12710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67712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prompt / TUI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828800"/>
            <a:ext cx="1554480" cy="868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312" y="1965960"/>
            <a:ext cx="14081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26771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messages ·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1645920" cy="868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965960"/>
            <a:ext cx="14996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26771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llm/tools/guard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828800"/>
            <a:ext cx="1645920" cy="868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965960"/>
            <a:ext cx="14996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267712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registry/executor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1828800"/>
            <a:ext cx="1600200" cy="868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58784" y="1965960"/>
            <a:ext cx="1453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2267712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read/write/verify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78440" y="1828800"/>
            <a:ext cx="1188720" cy="868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51592" y="1965960"/>
            <a:ext cx="104241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69880" y="2267712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stream/update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29968" y="2258568"/>
            <a:ext cx="32004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995928" y="2258568"/>
            <a:ext cx="32004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53328" y="2258568"/>
            <a:ext cx="32004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119872" y="2258568"/>
            <a:ext cx="32004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13264" y="2258568"/>
            <a:ext cx="32004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3154680"/>
            <a:ext cx="3429000" cy="187451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3300984"/>
            <a:ext cx="30998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ACC15"/>
                </a:solidFill>
              </a:defRPr>
            </a:pPr>
            <a:r>
              <a:t>agent/graph.py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3721608"/>
            <a:ext cx="3026664" cy="11795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创建 AgentRuntimeContext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注册 llm / tools / task_guard 节点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定义条件路由并 compile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154680"/>
            <a:ext cx="3429000" cy="187451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3300984"/>
            <a:ext cx="30998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agent/nodes/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3721608"/>
            <a:ext cx="3026664" cy="11795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llm_node：调用 provider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tools_node：批处理工具调用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task_guard_node：强制任务闭环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3154680"/>
            <a:ext cx="3429000" cy="187451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3300984"/>
            <a:ext cx="30998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A78BFA"/>
                </a:solidFill>
              </a:defRPr>
            </a:pPr>
            <a:r>
              <a:t>agent/runtime/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3721608"/>
            <a:ext cx="3026664" cy="11795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ToolRegistry / Scheduler / Executor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WorkflowGuard / ApprovalService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Tool Events / output compaction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</a:defRPr>
            </a:pPr>
            <a:r>
              <a:t>yoyoagent · 工作原理介绍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一次用户请求的生命周期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</a:defRPr>
            </a:pPr>
            <a:r>
              <a:t>从 TUI 输入到最终总结，所有步骤都围绕 Task State 收口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1234440" cy="914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011679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 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1343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TUI/CLI 接收用户目标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37944" y="2331720"/>
            <a:ext cx="283464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94560" y="1874519"/>
            <a:ext cx="1234440" cy="914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67712" y="2011679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 Task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31343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todo 记录计划和记忆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38144" y="2331720"/>
            <a:ext cx="283464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94760" y="1874519"/>
            <a:ext cx="1234440" cy="914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2011679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 上下文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31343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压缩/恢复/统计 tokens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38344" y="2331720"/>
            <a:ext cx="283464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94960" y="1874519"/>
            <a:ext cx="1234440" cy="914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8112" y="2011679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31343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生成文本或 tool calls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38544" y="2331720"/>
            <a:ext cx="283464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95160" y="1874519"/>
            <a:ext cx="1234440" cy="914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8312" y="2011679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31343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安全执行本地工具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38744" y="2331720"/>
            <a:ext cx="283464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595360" y="1874519"/>
            <a:ext cx="1234440" cy="914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2011679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 Guard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31343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检查 todo 是否完成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38944" y="2331720"/>
            <a:ext cx="283464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195560" y="1874519"/>
            <a:ext cx="1234440" cy="914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68712" y="2011679"/>
            <a:ext cx="10881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 总结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2313432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输出结果并持久化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310128"/>
            <a:ext cx="3429000" cy="1783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456432"/>
            <a:ext cx="30998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7171"/>
                </a:solidFill>
              </a:defRPr>
            </a:pPr>
            <a:r>
              <a:t>Task State Contract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3877056"/>
            <a:ext cx="3026664" cy="10881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每个请求必须创建 todo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未完成 pending/in_progress 不允许 final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memory 记录目标、约束、文件、决策、验证和风险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3310128"/>
            <a:ext cx="3429000" cy="1783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53712" y="3456432"/>
            <a:ext cx="30998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Streaming Events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8" y="3877056"/>
            <a:ext cx="3026664" cy="10881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LLM token / usage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tool_start / tool_result / tool_end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TUI timeline 实时渲染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310128"/>
            <a:ext cx="3429000" cy="1783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1" y="3456432"/>
            <a:ext cx="30998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Persistence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3608" y="3877056"/>
            <a:ext cx="3026664" cy="10881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session messages 可保存/恢复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Task Summary Memory 折叠旧任务上下文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workspace hash 隔离历史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</a:defRPr>
            </a:pPr>
            <a:r>
              <a:t>yoyoagent · 工作原理介绍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LangGraph 编排：LLM ↔ Tools ↔ Task 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</a:defRPr>
            </a:pPr>
            <a:r>
              <a:t>路由简单，但每个节点后面挂载完整 runtime 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1828800"/>
            <a:ext cx="1325880" cy="777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16152" y="1965960"/>
            <a:ext cx="1179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828800"/>
            <a:ext cx="1554480" cy="777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965960"/>
            <a:ext cx="14081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26771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provider 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1051560"/>
            <a:ext cx="1600200" cy="777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13832" y="1188719"/>
            <a:ext cx="1453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490472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if tool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2651760"/>
            <a:ext cx="1600200" cy="777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13832" y="2788920"/>
            <a:ext cx="1453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task_guard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090672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if no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651760"/>
            <a:ext cx="1325880" cy="777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788920"/>
            <a:ext cx="117957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090672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all completed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87168" y="2212848"/>
            <a:ext cx="45720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553712" y="1463040"/>
            <a:ext cx="859536" cy="59436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611880" y="1435608"/>
            <a:ext cx="3447288" cy="320040"/>
          </a:xfrm>
          <a:prstGeom prst="line">
            <a:avLst/>
          </a:prstGeom>
          <a:ln w="25400">
            <a:solidFill>
              <a:srgbClr val="FACC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53712" y="2359152"/>
            <a:ext cx="859536" cy="585216"/>
          </a:xfrm>
          <a:prstGeom prst="line">
            <a:avLst/>
          </a:prstGeom>
          <a:ln w="254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59168" y="3044952"/>
            <a:ext cx="118872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566160" y="2651760"/>
            <a:ext cx="1965960" cy="777240"/>
          </a:xfrm>
          <a:prstGeom prst="line">
            <a:avLst/>
          </a:prstGeom>
          <a:ln w="254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4133087"/>
            <a:ext cx="3383280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4279392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route_after_llm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700016"/>
            <a:ext cx="2980944" cy="4480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有 tool_calls → tools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无 tool_calls → task_guard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133087"/>
            <a:ext cx="3383280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1" y="4279392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ACC15"/>
                </a:solidFill>
              </a:defRPr>
            </a:pPr>
            <a:r>
              <a:t>route_after_tools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7" y="4700016"/>
            <a:ext cx="2980944" cy="4480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工具执行后回到 llm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让模型继续观察结果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4133087"/>
            <a:ext cx="3383280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7031" y="4279392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7171"/>
                </a:solidFill>
              </a:defRPr>
            </a:pPr>
            <a:r>
              <a:t>route_after_task_guard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4700016"/>
            <a:ext cx="2980944" cy="4480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todo 完成 → END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否则追加提醒 → 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</a:defRPr>
            </a:pPr>
            <a:r>
              <a:t>yoyoagent · 工作原理介绍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Session：会话 facade 与上下文中枢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</a:defRPr>
            </a:pPr>
            <a:r>
              <a:t>Session 把 provider、workdir、skills、messages、persistence 和 graph 串起来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55063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初始化职责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75688"/>
            <a:ext cx="2980944" cy="11338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解析 provider/API/model/workdir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构建 SkillRegistry 与 system prompt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初始化 TodoManager 与 stream callback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设置 context window 与 usage 统计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55063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send() 主流程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75688"/>
            <a:ext cx="2980944" cy="11338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重置 Task State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追加 HumanMessage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必要时压缩上下文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调用 LangGraph 并累计 usage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832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655063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ACC15"/>
                </a:solidFill>
              </a:defRPr>
            </a:pPr>
            <a:r>
              <a:t>持久化与恢复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75688"/>
            <a:ext cx="2980944" cy="11338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FileSessionStore 按 workspace hash 隔离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支持 list/resume/delete/temp session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损坏或保存失败时降级 memory-only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977639"/>
            <a:ext cx="3840480" cy="1417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2" y="4123944"/>
            <a:ext cx="35112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A78BFA"/>
                </a:solidFill>
              </a:defRPr>
            </a:pPr>
            <a:r>
              <a:t>为什么它重要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4544568"/>
            <a:ext cx="3438144" cy="72237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所有请求都经过 Session，所以这里是长任务连续性的边界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TUI、CLI、未来 ACP server 都可以复用这层语义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977639"/>
            <a:ext cx="3840480" cy="1417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1" y="4123944"/>
            <a:ext cx="35112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94A3B8"/>
                </a:solidFill>
              </a:defRPr>
            </a:pPr>
            <a:r>
              <a:t>关键文件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7" y="4544568"/>
            <a:ext cx="3438144" cy="72237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agent/session.py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agent/session_store.py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agent/message_context_manager.py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agent/task_memory.py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</a:defRPr>
            </a:pPr>
            <a:r>
              <a:t>yoyoagent · 工作原理介绍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Tools Runtime：工具不是直接调用，而是经过执行流水线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</a:defRPr>
            </a:pPr>
            <a:r>
              <a:t>读工具并发，写工具串行；写入前有 preflight 和审批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600200" cy="960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1453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67712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绑定 handler</a:t>
            </a:r>
            <a:br/>
            <a:r>
              <a:t>读取 metadata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95728" y="2304288"/>
            <a:ext cx="32004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1828800"/>
            <a:ext cx="1600200" cy="960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965960"/>
            <a:ext cx="1453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Scheduler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67712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safe read 并发</a:t>
            </a:r>
            <a:br/>
            <a:r>
              <a:t>write/session 串行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44568" y="2304288"/>
            <a:ext cx="32004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74920" y="1828800"/>
            <a:ext cx="1600200" cy="960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1965960"/>
            <a:ext cx="1453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Executor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267712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preflight</a:t>
            </a:r>
            <a:br/>
            <a:r>
              <a:t>approval</a:t>
            </a:r>
            <a:br/>
            <a:r>
              <a:t>timeout/retry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93408" y="2304288"/>
            <a:ext cx="32004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23760" y="1828800"/>
            <a:ext cx="1600200" cy="960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965960"/>
            <a:ext cx="1453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Output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267712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display/model</a:t>
            </a:r>
            <a:br/>
            <a:r>
              <a:t>context policy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42248" y="2304288"/>
            <a:ext cx="32004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72600" y="1828800"/>
            <a:ext cx="1600200" cy="960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1965960"/>
            <a:ext cx="1453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Workflow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267712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needs_verify</a:t>
            </a:r>
            <a:br/>
            <a:r>
              <a:t>diff/file changed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429000"/>
            <a:ext cx="3246120" cy="1600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575304"/>
            <a:ext cx="29169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工具类别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995928"/>
            <a:ext cx="2843784" cy="9052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代码导航：grep/list_files/read_file/LSP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编辑：apply_patch/write_file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验证：verify/bash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协作：todo/subagent/skills/web_search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429000"/>
            <a:ext cx="3246120" cy="1600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3575304"/>
            <a:ext cx="29169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Metadata 驱动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3995928"/>
            <a:ext cx="2843784" cy="9052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side_effects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concurrency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timeout_seconds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workspace boundary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429000"/>
            <a:ext cx="3246120" cy="1600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3575304"/>
            <a:ext cx="291693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A78BFA"/>
                </a:solidFill>
              </a:defRPr>
            </a:pPr>
            <a:r>
              <a:t>模型上下文治理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3995928"/>
            <a:ext cx="2843784" cy="9052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工具输出分 display/model 两视图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大输出压缩或截断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preflight 输出 compact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</a:defRPr>
            </a:pPr>
            <a:r>
              <a:t>yoyoagent · 工作原理介绍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安全与可控：WorkflowGuard + ApprovalService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</a:defRPr>
            </a:pPr>
            <a:r>
              <a:t>高风险操作必须可审查、可拒绝、可验证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55063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7171"/>
                </a:solidFill>
              </a:defRPr>
            </a:pPr>
            <a:r>
              <a:t>写入前检查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75688"/>
            <a:ext cx="2980944" cy="11338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workspace_state + git_diff preflight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write_file 不允许覆盖已有文件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edit_file 被引导为 apply_patch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路径逃逸/越界检测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55063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ACC15"/>
                </a:solidFill>
              </a:defRPr>
            </a:pPr>
            <a:r>
              <a:t>审批服务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75688"/>
            <a:ext cx="2980944" cy="11338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为写入/命令生成 ApprovalRequest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文件写入前生成 diff preview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TUI/console/silent auto approval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同轮相同 action 可缓存审批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83280" cy="18288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655063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验证闭环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75688"/>
            <a:ext cx="2980944" cy="11338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写入成功后标记 needs_verify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verify 后清理状态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批次结束追加 verify reminder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Task Guard 防止未完成收尾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605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设计目标：让 agent 能自主推进代码任务，但不会悄悄覆盖用户工作或跳过验证。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</a:defRPr>
            </a:pPr>
            <a:r>
              <a:t>yoyoagent · 工作原理介绍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Textual TUI：把事件流变成可操作的工作台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</a:defRPr>
            </a:pPr>
            <a:r>
              <a:t>时间线、顶部状态、审批弹窗、命令系统共同承载交互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87451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0934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显示层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29968"/>
            <a:ext cx="2980944" cy="11795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top panel：workdir/git/session/context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timeline：Transcript 风格事件流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status/input：快捷键与输入补全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187451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0934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交互层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29968"/>
            <a:ext cx="2980944" cy="11795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:help / :clear 等 TUI 命令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/skill 与 @role 补全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Ctrl+L Timeline 文本视图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审批 modal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187451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60934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ACC15"/>
                </a:solidFill>
              </a:defRPr>
            </a:pPr>
            <a:r>
              <a:t>状态层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29968"/>
            <a:ext cx="2980944" cy="11795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agent/tui/state.py 聚合事件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renderers.py 负责 timeline/面板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runner.py 连接 Session 与 TUI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886200"/>
            <a:ext cx="3840480" cy="1325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2" y="4032504"/>
            <a:ext cx="35112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A78BFA"/>
                </a:solidFill>
              </a:defRPr>
            </a:pPr>
            <a:r>
              <a:t>为什么使用结构化事件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4453128"/>
            <a:ext cx="3438144" cy="6309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TUI 不解析自然语言日志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tool_start/end/result、usage、approval 都有字段化状态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886200"/>
            <a:ext cx="3840480" cy="1325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1" y="4032504"/>
            <a:ext cx="35112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7171"/>
                </a:solidFill>
              </a:defRPr>
            </a:pPr>
            <a:r>
              <a:t>近期演进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7" y="4453128"/>
            <a:ext cx="3438144" cy="6309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紧凑 timeline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文件变更视图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可复制纯文本 timeline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message/context/token 面板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</a:defRPr>
            </a:pPr>
            <a:r>
              <a:t>yoyoagent · 工作原理介绍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Skills 与 Subagents：可扩展能力层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</a:defRPr>
            </a:pPr>
            <a:r>
              <a:t>Skills 提供专业工作流；Subagents 提供隔离上下文的角色协作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6362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2980944" cy="12710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SkillRegistry 发现 skills/*.md 与 skills/&lt;name&gt;/SKILL.md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list_skills / load_skill 动态加载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适合封装领域流程：code_review、drawio、ppt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6362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Subagents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984248"/>
            <a:ext cx="2980944" cy="12710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角色：explorer/architect/worker/tester/security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独立 conversation history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禁止再委托 subagent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返回精简结论给 parent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56362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ACC15"/>
                </a:solidFill>
              </a:defRPr>
            </a:pPr>
            <a:r>
              <a:t>协作模式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1984248"/>
            <a:ext cx="2980944" cy="12710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@architect /plan 做设计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@worker 实现局部任务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@tester 聚焦验证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parent 负责整合和 Task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4164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关键价值：把“工具能力”和“任务方法论”分开扩展，降低主系统耦合。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</a:defRPr>
            </a:pPr>
            <a:r>
              <a:t>yoyoagent · 工作原理介绍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长任务能力：Context Compression + Task Summary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</a:defRPr>
            </a:pPr>
            <a:r>
              <a:t>解决长会话中上下文膨胀与任务连续性问题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6362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上下文压缩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2980944" cy="13167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ContextCompressor 压缩旧 tool outputs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MessageContextManager 统计 tokens 与风险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保留 recent/latest 关键消息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6362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任务摘要记忆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984248"/>
            <a:ext cx="2980944" cy="13167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从 Task State 生成结构化 summary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保留 goal/constraints/files/decisions/tests/risks/next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完成任务后折叠旧上下文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56362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A78BFA"/>
                </a:solidFill>
              </a:defRPr>
            </a:pPr>
            <a:r>
              <a:t>多轮合并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1984248"/>
            <a:ext cx="2980944" cy="13167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在上下文压力下合并旧 summaries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避免 raw tool chain 再膨胀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session 恢复后仍可继续利用记忆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160520"/>
            <a:ext cx="1828800" cy="685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01952" y="4297680"/>
            <a:ext cx="16824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Raw messages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5994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旧对话与工具输出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03320" y="4498848"/>
            <a:ext cx="73152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80560" y="4160520"/>
            <a:ext cx="2057400" cy="685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4297680"/>
            <a:ext cx="1911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Task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99431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结构化任务事实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0" y="4498848"/>
            <a:ext cx="73152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60920" y="4160520"/>
            <a:ext cx="2057400" cy="685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4072" y="4297680"/>
            <a:ext cx="1911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Recent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599431"/>
            <a:ext cx="18745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0">
                <a:solidFill>
                  <a:srgbClr val="94A3B8"/>
                </a:solidFill>
              </a:defRPr>
            </a:pPr>
            <a:r>
              <a:t>继续当前任务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</a:defRPr>
            </a:pPr>
            <a:r>
              <a:t>yoyoagent · 工作原理介绍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Evals 与路线图：用基线保护持续演进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</a:defRPr>
            </a:pPr>
            <a:r>
              <a:t>项目已从 MVP 走向增强阶段，评估基线越来越重要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6362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本地 evals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2980944" cy="13167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evals/run.py 作为 runner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fake provider 构造稳定场景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覆盖 context/session baseline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未来扩展 bugfix/feature/security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6362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已具备能力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984248"/>
            <a:ext cx="2980944" cy="13167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Workspace/workdir 统一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Session persistence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LSP 只读 MVP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web_search 无 key 优先工具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PPT/drawio 等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56362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ACC15"/>
                </a:solidFill>
              </a:defRPr>
            </a:pPr>
            <a:r>
              <a:t>后续方向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1984248"/>
            <a:ext cx="2980944" cy="131673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subagent runtime 统一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LSP diagnostics/references 增强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ACP stdio server MVP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DAG task dependency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演进原则：先建立可回归的行为基线，再推动更深的架构增强。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</a:defRPr>
            </a:pPr>
            <a:r>
              <a:t>yoyoagent · 工作原理介绍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总结：yoyoagent 的工作原理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4A3B8"/>
                </a:solidFill>
              </a:defRPr>
            </a:pPr>
            <a:r>
              <a:t>一个面向代码任务闭环的本地智能体运行时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11556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8328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6362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编排简单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84248"/>
            <a:ext cx="2980944" cy="1362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LangGraph 只保留 llm/tools/task_guard 三类节点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复杂度下沉到 runtime 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6362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2. 执行可控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984248"/>
            <a:ext cx="2980944" cy="1362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工具 metadata 驱动调度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写入前 preflight + approval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写后 verify reminder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2057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563624"/>
            <a:ext cx="30540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ACC15"/>
                </a:solidFill>
              </a:defRPr>
            </a:pPr>
            <a:r>
              <a:t>3. 长任务可持续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1984248"/>
            <a:ext cx="2980944" cy="1362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Task State 强制计划/收口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Task Summary Memory 保留任务事实</a:t>
            </a:r>
          </a:p>
          <a:p>
            <a:pPr>
              <a:spcAft>
                <a:spcPts val="200"/>
              </a:spcAft>
              <a:defRPr sz="1250">
                <a:solidFill>
                  <a:srgbClr val="E2E8F0"/>
                </a:solidFill>
              </a:defRPr>
            </a:pPr>
            <a:r>
              <a:t>Session persistence 支持恢复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核心闭环：理解代码 → 安全编辑 → 运行验证 → 读取失败 → 迭代修复 → 总结结果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这也是后续 ACP、DAG、更多 skills/tools 能够继续叠加的基础。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</a:defRPr>
            </a:pPr>
            <a:r>
              <a:t>yoyoagent · 工作原理介绍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